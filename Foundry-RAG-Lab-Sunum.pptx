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87C8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87C8C"/>
                </a:solidFill>
                <a:latin typeface="Calibri"/>
              </a:rPr>
              <a:t>nDCG@5 (yüksek olan iyi)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Üretilmiş sorular</c:v>
                </c:pt>
              </c:strCache>
            </c:strRef>
          </c:tx>
          <c:spPr>
            <a:solidFill>
              <a:srgbClr val="1329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baseline
dense</c:v>
                  </c:pt>
                  <c:pt idx="1">
                    <c:v>lexical
only</c:v>
                  </c:pt>
                  <c:pt idx="2">
                    <c:v>rrf</c:v>
                  </c:pt>
                  <c:pt idx="3">
                    <c:v>weighted
0,5</c:v>
                  </c:pt>
                  <c:pt idx="4">
                    <c:v>weighted
0,7</c:v>
                  </c:pt>
                  <c:pt idx="5">
                    <c:v>rrf
mmr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0.5796</c:v>
                </c:pt>
                <c:pt idx="1">
                  <c:v>0.704</c:v>
                </c:pt>
                <c:pt idx="2">
                  <c:v>0.6817</c:v>
                </c:pt>
                <c:pt idx="3">
                  <c:v>0.737</c:v>
                </c:pt>
                <c:pt idx="4">
                  <c:v>0.7001</c:v>
                </c:pt>
                <c:pt idx="5">
                  <c:v>0.5481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Parafrazlanmış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baseline
dense</c:v>
                  </c:pt>
                  <c:pt idx="1">
                    <c:v>lexical
only</c:v>
                  </c:pt>
                  <c:pt idx="2">
                    <c:v>rrf</c:v>
                  </c:pt>
                  <c:pt idx="3">
                    <c:v>weighted
0,5</c:v>
                  </c:pt>
                  <c:pt idx="4">
                    <c:v>weighted
0,7</c:v>
                  </c:pt>
                  <c:pt idx="5">
                    <c:v>rrf
mmr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0.5158</c:v>
                </c:pt>
                <c:pt idx="1">
                  <c:v>0.5577</c:v>
                </c:pt>
                <c:pt idx="2">
                  <c:v>0.613</c:v>
                </c:pt>
                <c:pt idx="3">
                  <c:v>0.6295</c:v>
                </c:pt>
                <c:pt idx="4">
                  <c:v>0.5915</c:v>
                </c:pt>
                <c:pt idx="5">
                  <c:v>0.4915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87C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87C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87C8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Doğru reddetme (3 üzerinden)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9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3CB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3CB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3CBD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1200 kr</c:v>
                  </c:pt>
                  <c:pt idx="1">
                    <c:v>2400 kr</c:v>
                  </c:pt>
                  <c:pt idx="2">
                    <c:v>4000 kr</c:v>
                  </c:pt>
                  <c:pt idx="3">
                    <c:v>6000 kr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329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87C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1270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87C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3B7A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9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7A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3CB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33A3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Ham BM25</c:v>
                  </c:pt>
                  <c:pt idx="1">
                    <c:v>Ham kosinüs</c:v>
                  </c:pt>
                  <c:pt idx="2">
                    <c:v>Füzyon skoru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0.843</c:v>
                </c:pt>
                <c:pt idx="1">
                  <c:v>0.792</c:v>
                </c:pt>
                <c:pt idx="2">
                  <c:v>0.727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329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87C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b"/>
        <c:majorGridlines>
          <c:spPr>
            <a:ln w="1270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87C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Merhaba, ben Furkan. Staj konum 'Foundry Local ile ilk yerel RAG uygulamanı yap' idi. Bugün hem sistemi hem de o sistemi kurarken yaptığım ölçümleri anlatacağım. Baştan söyleyeyim: şu an makinemde wifi kapalı, sistem tamamen offline çalışıyor.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Planı hızlı geç. En çok zamanı 5. bölüme ayıracağımı söyle.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hikâyeyi kendi ağzınla anlat, slayttan okuma. Ana mesaj: ilk hatam modeli suçlamak oldu, asıl sorun veriyle sorgunun kelime dağarcığı farkıydı.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Dördünü tek tek okuma, ikisini seç. lower() örneği en çarpıcısı, çünkü kimse beklemez. IDF sıfır olayı da hibrit mimariyi gerekçelendiriyor.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Şemayı soru üzerinden anlat. Ölçek farkı cümlesini mutlaka söyle, hoca oradan soru sorabilir. Sağdaki kutu veri mahremiyeti argümanı.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Donanımı söylemek önemli: gecikme sayıları donanım bilinmeden anlamsız. Eval setinin korpustan üretilmesi hem avantaj hem risk, riski 9. slaytta anlatacağım.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projeyi bir ödevden ayıran şey. 'Yarım saatte bir sayı üretmek kolay, o sayıya güvenip güvenemeyeceğini bilmek zor' diyebilirsin.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 acele etme. Bunu anlatmak riskli görünüyor ama tam tersi: kendi ölçümünü eleştirebilmek en güçlü kısım. 'İki gün sürdü' demek de dürüst ve insani.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Parafraz ilk denemede işe yaramadı: 60 sorunun 42'sini model aynen geri verdi. Prompt'a örnek ekleyince 2'ye düştü. Bunu anlatırsan iterasyon yaptığın görülür.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RRF'i savunmayı unutma: teorik üstünlüğü hâlâ geçerli, çünkü aday derinliğine bağlı değil. Bu korpusta karşılığını vermedi, o kadar.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varyantta aynı büyüklükte çıkması önemli: bir bulgunun tekrarlanması, tek bir p değerinden daha güçlü. Planlı/keşifsel ayrımını mutlaka söyle.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8. slayttaki dürüstlük anlatısının karşılığı. İkisini bağla.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Sınırı kendin söyle: n=5 az. Ama 15. slaytta bağımsız bir deney aynı sınırı gösterecek, orada bu bulgu güçleniyor.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Kör nokta cümlesi bu sunumun en öğretici anı olabilir. Ürün kararı ayrımını da vurgula: her karar teknik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sevdiğim bulgu. Üç adım: sayı kötü çıktı, kodu okudum, nedenini buldum. Normalizasyonu tahtaya çizerek anlatabilirsin.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Mesaj: negatif sonuç da sonuçtur. Bir özelliği yazıp ölçmeden açık bırakmak, projenin kendi tezine aykırı olurdu.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SIRASI: (1) burs başvurusu için gereken not ortalaması nedir — normal çalışma, tabloyu göster. (2) yemekhanede bugün ne var — reddetmeli, skoru göster. (3) vaktin varsa kayıt dondurma. Kenar çubuğundaki model seçicisine DOKUNMA, yeni model yüklemesi dakikalar sürer.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slaytı atlama. Hoca zaten arayacak; senin söylemen çok daha iyi görünür. Sorulursa: 'insan yazımı bir eval seti bir sonraki adım' 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Kapanışta 'ölçülmeyen karar bir varsayımdır' cümlesine geri dön.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Sık gelen sorular ve cevapları docs/08-sunum-anlatimi.md içinde. En olası üçü: neden bulut değil, neden RRF değil, halüsinasyonu nasıl engelliyorsun.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Boğaziçi Üniversitesi · Bilgisayar Mühendisliği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9601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Foundry Local ile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Yerel RAG Uygulaması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yönetmelik korpusunda hibrit erişim ve ölçüme dayalı tasarım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886200"/>
            <a:ext cx="2926080" cy="0"/>
          </a:xfrm>
          <a:prstGeom prst="line">
            <a:avLst/>
          </a:prstGeom>
          <a:noFill/>
          <a:ln w="25400">
            <a:solidFill>
              <a:srgbClr val="1F3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Furkan Ahi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4572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Yapay Zekâ Stajı, proje sunumu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Ağustos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5669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github.com/Furkanahii/foundry-rag-lab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İçindekiler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Sunum planı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9110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yönetmelik korpusunda neyin çalışmadığı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560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87121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erişim mimarisi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Deneysel kurulum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8313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Korpus, modeller, değerlendirme seti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480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7914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istatistiksel test gerekiyor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1600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19110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 ölçüm, ikisi sezginin tersi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2560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66560" y="287121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sistem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66560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0" y="38313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ölçemedim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66560" y="4480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66560" y="47914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öğrendim, sırada ne var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Verilen plan ve karşılaştığım durum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planı sekiz cümlelik bir örnek üzerinde tarif ediliyordu. Ben gerçek bir korpusla denedim.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257800" cy="3017520"/>
          </a:xfrm>
          <a:prstGeom prst="roundRect">
            <a:avLst>
              <a:gd name="adj" fmla="val 1818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Planın önerdiği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Metni sabit boyutta parçala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Göm, SQLite'a JSON olarak yaz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 tek tek kosinüs hesapla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2 parçayı modele 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Sekiz cümlelik örnekte gerçekten çalışıyor.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166360" cy="3017520"/>
          </a:xfrm>
          <a:prstGeom prst="roundRect">
            <a:avLst>
              <a:gd name="adj" fmla="val 1818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659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denemede olan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Sisteme sorduğum ilk soru "kayıt dondurma nasıl yapılır" oldu. Alakasız maddeler getirdi. Modeli suçlamadan önce korpusta arama yaptım: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291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"kayıt dondurma" korpusta hiç geçmiyor.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37490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Yönetmelik bu duruma "izinli sayılma" diyor. Yani sorun erişim kodunda değil, benim kelimemle belgenin kelimesinin tutmamasındaydı.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Türkçe'ye özgü dört sorun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Hepsini korpus üzerinde ölçtüm, hiçbiri literatürden alınmadı.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789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256032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yaptım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Python'ın lower() fonksiyonu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"IŞIK".lower() sonucu "işik" veriyor. Unicode varsayılanı İngilizce olduğu için noktalı ve noktasız i ayrımı bozuluyor.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Dile özgü normalizasyon yazdım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"MADDE" kelimesinin IDF'i sıfır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Dokuz belgenin hepsinde, toplam 195 kez geçiyor. BM25'in IDF terimi log(9/9) = 0 veriyor.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başına BM25 yetersiz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Çekim ekleri eşleşmiyor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"kayıtların" ile "kayıt" BM25 için iki ayrı kelime. Türkçe eklemeli bir dil.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Gövdeleme (ek soyma) ekledim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 metinde gömme bozuluyor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Birbiriyle alakasız iki kısa cümle 0,62 kosinüs benzerliği verebiliyor.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Chunk'lara alt sınır koydum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5943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Ölçümler: ingest/normalize.py ve index/store.py üzerinde, 347 chunk'lık indeks üzerinde yapıldı.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Sistem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soru sisteme girdiğinde ne oluyor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830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Normalizasyon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224028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küçük harf, NFC, gövdeleme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9748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160020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17830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kol paralel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90672" y="224028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 arama + BM25, 30'ar aday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66360" y="160020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0952" y="17830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Füzyon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30952" y="224028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Ağırlıklı, alpha = 0,5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7804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06640" y="160020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17830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5 pasaj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71232" y="224028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 bütçesi 1600 karakter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1832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46920" y="160020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11512" y="17830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 veya ret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11512" y="224028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altındaysa model çağrılmıyor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3520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skorları doğrudan toplayamıyoruz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393192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skoru sınırsız bir sayı (bu korpusta 2,4 ile 47,8 arası), kosinüs benzerliği ise −1 ile 1 arasında. İkisini toplamak farklı birimleri toplamak olurdu. İki çözüm denedim: RRF sıraları birleştiriyor, ağırlıklı füzyon skorları aynı ölçeğe çekiyor. Hangisinin daha iyi olduğunu tahmin etmek yerine ölçtüm (bulgular bölümünde).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0" y="3520440"/>
            <a:ext cx="3703320" cy="1783080"/>
          </a:xfrm>
          <a:prstGeom prst="roundRect">
            <a:avLst>
              <a:gd name="adj" fmla="val 3077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3703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dosya, tek bağımlılık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404164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 tek bir SQLite dosyası: yoğun vektörler ve BM25 aynı .db içinde. Sunucu, Docker veya bulut hesabı yok. Öğrenci verisi kurumdan çıkmıyor.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Deneysel kurulum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Deneysel kurulum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ölçümler aynı makinede, aynı indeks üzerinde yapıldı.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12264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Boğaziçi'nin kamuya açık 9 yönetmeliği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214.982 karakter, 347 chunk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 4,63 MB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2112264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Gömme: qwen3-embedding-0.6b (1024 boyut)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Üretim: phi-3.5-mini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üretimi: qwen2.5-7b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 ve çalışma zamanı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895344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M2, WebGPU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Local SDK 1.2.4 (arm64)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3566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seti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3895344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üretilmiş soru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parafraz (aynı gold pasaj)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cevaplanamaz soru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534924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532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seti korpustan üretildi, elle etiketlenmedi. Böylece hangi pasajın doğru cevap olduğu tam olarak biliniyor: soruyu o pasajdan ürettim.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Yöntem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sayıyı karşılaştırmak neden yeterli değil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konfigürasyon 0,71, diğeri 0,74 veriyor. Çoğu yazı burada "ikincisi daha iyi" der.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güven aralığı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2157984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sayı ne kadar kesin? Sorguları yerine koyarak yeniden örnekliyorum, ortalamanın dağılımını doğrudan okuyorum. Normallik varsaymıyor, ki metriklerimiz normal dağılmıyor.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47688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Eşleştirilmiş permütasyon testi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47688" y="2157984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gerçek mi? İki konfigürasyon aynı sorularda koşuyor, bu eşleştirilmiş bir tasarım. Soru zorluğunu karşılaştırmadan çıkarıyor.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Holm-Bonferroni düzeltmesi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9848" y="3849624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konfigürasyon karşılaştırıp en iyi p değerini raporlamak, %40 ihtimalle yanlış bir keşif ilan etmek demek. Düzeltme bunu engelliyor.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3520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47688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 analizi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47688" y="3849624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set farkı görebilir miydi? Orta büyüklükte bir etki için 32 soru gerekiyor. Anlamsız çıkan sonuç "fark yok" değil, "bu set ayıramadı" demek.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943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evaluation/stats.py — 10.000 yeniden örnekleme, sabit tohum, sonuçlar data/results/ altında saklanıyor.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Yöntem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ölçüm koşumu çöpe attım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Silmedim, arşivledim ve nedenini yazdım. İki bağımsız kusur vardı.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5257800" cy="3108960"/>
          </a:xfrm>
          <a:prstGeom prst="roundRect">
            <a:avLst>
              <a:gd name="adj" fmla="val 1765"/>
            </a:avLst>
          </a:prstGeom>
          <a:solidFill>
            <a:srgbClr val="1F3E5A"/>
          </a:solidFill>
          <a:ln w="12700">
            <a:solidFill>
              <a:srgbClr val="1F3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Yetersiz örneklem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soru istemiştim, 15 elde etmiştim. Kod otuz chunk örnekliyor, elenenlerden sonra kalanı döndürüyordu ve bu farkı hiçbir yerde uyarmıyordu.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büyüklükte bir etkiyi görmek için 32 soru gerekiyor. Nitekim on karşılaştırmanın hiçbiri düzeltmeden geçemedi.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166360" cy="3108960"/>
          </a:xfrm>
          <a:prstGeom prst="roundRect">
            <a:avLst>
              <a:gd name="adj" fmla="val 1765"/>
            </a:avLst>
          </a:prstGeom>
          <a:solidFill>
            <a:srgbClr val="1F3E5A"/>
          </a:solidFill>
          <a:ln w="12700">
            <a:solidFill>
              <a:srgbClr val="1F3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0116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Sorular belgelerin kopyasıydı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0,86  vs  0,58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 chunk'lardan üretince chunk'ın kelimelerini taşıyorlar. BM25 tam olarak bu örtüşmeyi puanlıyor.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 tablo "Türkçe'de BM25 daha iyi" demiyordu; "sorularımı belgelerden kopyalamışım" diyordu. Bunu fark etmem iki gün sürdü.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5943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Arşiv ve gerekçe: data/results/archive-n15-invalid/NOTE.md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Yöntem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Geçerli hale getirmek için üç değişiklik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Hedef, üretilen soru değil kullanılabilir soru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43000" y="2020824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Elenen her soru için havuzdan yenisi çekiliyor. Sonuç: varyant başına 60 soru, orta büyüklükte etkiler için yeterli güç.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8346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örtüşmesi artık ölçülüyor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" y="3163824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soru için gold pasajla örtüşme, BM25 kolunun kullandığı aynı gövdelemeyle hesaplanıyor. Yani sinyalin vekili değil, kendisi.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977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9776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sorunun bir de parafrazı var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43000" y="4306824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soruyu günlük dile çevirdim. İki set aynı pasajı hedeflediği için eşleştirilmiş test yapılabiliyor. Aradaki düşüş, puanın ne kadarının kelime eşleşmesinden geldiğini söylüyor.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521208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218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0,448 → 0,369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5742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örtüşmesi düştü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521208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53218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60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26280" y="5742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Kopya kalan parafraz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09560" y="521208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53218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60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138160" y="5742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Varyant başına soru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Bulgular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Bulgu 1: Ağırlıklı füzyon, düzeltmeden geçen tek kazanç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371600"/>
          <a:ext cx="73152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1463040"/>
            <a:ext cx="3200400" cy="2103120"/>
          </a:xfrm>
          <a:prstGeom prst="roundRect">
            <a:avLst>
              <a:gd name="adj" fmla="val 2609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weighted-0,5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7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+0,157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503920" y="2395728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0,0006 (üretilmiş)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0,0002 (parafraz)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kelime varyantında da Holm düzeltmesinden geçen tek konfigürasyon.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75320" y="3703320"/>
            <a:ext cx="3200400" cy="1463040"/>
          </a:xfrm>
          <a:prstGeom prst="roundRect">
            <a:avLst>
              <a:gd name="adj" fmla="val 375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geçemedi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03920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Literatürün önerdiği yöntem ve benim varsayılanımdı. Ölçüm sonucunda projenin varsayılanını değiştirdim.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" y="5943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yeniden örneklemeli eşleştirilmiş permütasyon testi, 10 karşılaştırma için Holm düzeltmesi.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Bulgular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Bulgu 2: En büyük etki Türkçe gövdeleme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Taramadan önce kurduğum bir hipotezdi, sonradan bulunmuş bir sonuç değil.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  <a:gridCol w="1554480"/>
                <a:gridCol w="155448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Hipotez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Cohen's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Gövdeleme, BM25 kolunda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üretilmiş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Gövdeleme, BM25 kolunda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parafraz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 füzyon, yoğun aramaya karşı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üretilmiş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 füzyon, yoğun aramaya karşı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parafraz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3931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Planlı karşılaştırma ne demek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4297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 düzeltmesi, konfigürasyonlar arasında arama yapmayı cezalandırıyor. Gövdeleme karşılaştırması bir arama değil: taramadan önce yazdığım, tek bir mekanizmayı yalıtan bir hipotez. Bunu açıkça belirtmek gerekiyor, çünkü sonradan bulunmuş bir karşılaştırmayı planlanmış gibi sunmak taramayı keşfe dönüştürmenin yolu.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5943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Gövdeleme sezgisel bir ek soyucu, morfolojik analizci değil: çekim eklerinde çalışıyor, türetim eklerinde çalışmıyor.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Bulgular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Bulgu 3: Eski sonucum bir kurgu artefaktıymış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Soruyu yeniden yazdığımda hangi yöntemin çöktüğü, puanının nereden geldiğini söylüyor.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7899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554480"/>
                <a:gridCol w="1371600"/>
                <a:gridCol w="137160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Konfigürasyon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Üretilmiş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Parafraz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lexical-nostem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Anlamlı düşüş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Anlamlı düşüş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weighted-0,5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Holm'a takıldı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Anlamsız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baseline-dense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Anlamsız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434840"/>
            <a:ext cx="10789920" cy="1325880"/>
          </a:xfrm>
          <a:prstGeom prst="roundRect">
            <a:avLst>
              <a:gd name="adj" fmla="val 4138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45994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Sadece BM25 kolları anlamlı biçimde çöküyor.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4983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Geçersiz koşuda sözlüksel arama 0,86 ile yoğun aramanın 0,58'ini eziyor görünüyordu. Şimdi üretilmiş sette p = 0,065 ile anlamsız, parafraz sette p = 0,47 ile tamamen yok. Bunu görebilmemin tek nedeni iki seti ayrı ayrı koşmam.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Bulgular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Bulgu 4: Daha çok bağlam, daha kötü cevap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"Daha çok bağlam daha iyi cevap" diye varsaymıştım. Ölçüm tersini söyledi.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783080"/>
          <a:ext cx="55778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846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 büyüdükçe model bilmediğini söylemeyi bırakıyor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7512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böyle oluyor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75120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kuralları ("sadece verilen pasajlardan cevapla, bilmiyorsan bilmiyorum de") sistem mesajının başında duruyor. Arkasından gelen her token'la seyreliyor. Küçük bir modelde bağlam bir kaynak değil, maliyet.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3566160"/>
            <a:ext cx="4800600" cy="1600200"/>
          </a:xfrm>
          <a:prstGeom prst="roundRect">
            <a:avLst>
              <a:gd name="adj" fmla="val 3429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720" y="37307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Kararım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03720" y="4041648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 bütçesi 1600 karakter. Ama top_k = 5 kaldı, çünkü ölçtüğüm metrik recall@5. Yani sistem geniş getiriyor, dar besliyor.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" y="5943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 soru üzerinde ölçüldü. Etkinin yönü tutarlı ama 1600 rakamının kendisi gürültülü.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Bulgular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Bulgu 5: En hızlı model, en güvensiz model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789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828800"/>
                <a:gridCol w="1371600"/>
                <a:gridCol w="1920240"/>
                <a:gridCol w="20116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Gecikme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Tekrar skoru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Uydurma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Reddediyor mu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qwen2.5-0.5b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Güvensiz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qwen2.5-1.5b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Dejenere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phi-3.5-mini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Varsayılan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Çevrimdışı işler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3520440"/>
            <a:ext cx="10789920" cy="1463040"/>
          </a:xfrm>
          <a:prstGeom prst="roundRect">
            <a:avLst>
              <a:gd name="adj" fmla="val 375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368503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Metriğin göremediği şey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400507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0.5b modeli tekrar skorunda mükemmel: 0,000. Ama içeriği uyduruyor. Tekrar metriği dejenerasyonu yakalıyor, halüsinasyonu yakalamıyor. İki farklı bozulma biçimi var ve tek bir metrik ikisini birden göremiyor.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5166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phi-3.5-mini seçimi teknik değil, ürün kararı: qwen2.5-7b her kalite ölçütünde daha iyi ama 24 saniye interaktif bir demoda kullanılamaz. Gecikmenin önemsiz olduğu işlerde (değerlendirme seti üretimi) 7b kullanıyorum.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5943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M2 / WebGPU üzerinde, grounded Türkçe soru-cevap ile ölçüldü.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Bulgular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Bulgu 6: Doğal aday sinyal yanlış çıktı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cevabı bilmediğinde susmalı. Bunun için bir skor ve bir eşik lazım.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783080"/>
          <a:ext cx="5486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Cevaplanabilir ve cevaplanamaz soruları ayırma gücü (AUC)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379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Füzyon skoru neden kaybediyor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37960" y="2194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füzyon, her kolu o sorgu için getirilen adaylar içinde normalize ediyor. En iyi aday, iyi olduğu için değil en iyi olduğu için 1,0 alıyor.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37960" y="3200400"/>
            <a:ext cx="4937760" cy="1371600"/>
          </a:xfrm>
          <a:prstGeom prst="roundRect">
            <a:avLst>
              <a:gd name="adj" fmla="val 4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340156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Kanıt: cevaplanamaz bir soru bu skorda tam 1,000 aldı. "Hiçbir şey bulamadım" diyemeyen bir sayı, bir şey bulunup bulunmadığına karar veremez.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5029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Kararım: sinyali ham BM25 skoruna çevirdim, eşiği 6,866 olarak kalibre ettim. Bu, cevaplanabilir soruların %90'ını hâlâ cevaplayan en katı eşik. F1 yerine duyarlılığı hedefledim: gereksiz ret kullanıcıyı kızdırır, uydurulmuş bir madde birinin eğitim hayatını etkiler.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" y="5943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cevaplanabilir / 52 cevaplanamaz soru üzerinde kalibre edildi. AUC 0,843 kusursuz değil: negatiflerin %38'ini kaçırıyor.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Bulgular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Bulgu 7: Yeniden sıralamayı yaptım, ölçtüm, kapattım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 LLM yeniden sıralama literatürün standart iyileştirmesi. Bu sistemde zararlı çıktı.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933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−0,308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Üretilmiş sorularda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7614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0,0001 · d = −0,73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933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−0,217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Parafrazlanmış sorularda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27614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0,0015 · d = −0,44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18288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A33A31"/>
          </a:solidFill>
          <a:ln w="12700">
            <a:solidFill>
              <a:srgbClr val="A33A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933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sn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başına ek maliyet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27614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0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Erişim tek başına 0,2 saniyeydi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611880"/>
            <a:ext cx="10789920" cy="1783080"/>
          </a:xfrm>
          <a:prstGeom prst="roundRect">
            <a:avLst>
              <a:gd name="adj" fmla="val 3077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7947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Nedeni zaten ölçmüştüm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1148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sıralayıcı modele 12 pasajı birden veriyor, yaklaşık 4800 karakter. Bağlam bütçesi deneyim (Bulgu 4) tam bu bölgede talimat takibinin çöktüğünü göstermişti: 4000 karakterde model üç denemede sıfır kez doğru reddetmişti.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49560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bağımsız deney aynı sınırı gösteriyor. Bu, ikisini de güçlendiriyor.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Özelliği silmedim, kapalı bıraktım: daha büyük bir modelle yeniden ölçülebilsin diye kod duruyor.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Canlı demo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Dikkatinizi çekmek istediğim şey cevabın kendisi değil, cevabın neden o pasajlardan geldiği.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"burs başvurusu için gereken not ortalaması nedir"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11226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çalışma. Cevap akarken sağdaki aşamalar paneli görünüyor: 30 yoğun aday, 30 BM25 adayı, füzyondan sonra 43, her aşamanın milisaniyesi.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2360" y="1801368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Bakılacak yer: getirilen pasajlar tablosu. Her satırda o pasajın yoğun aramada ve BM25'te kaçıncı sırada olduğu yazıyor. Bir kolun bulup diğerinin kaçırdığı satır varsa, hibrit mimarinin faydası tam olarak orası.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2004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"yemekhanede bugün ne var"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5295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Cevabı korpusta olmayan bir soru. Sistemin uydurmaması gerekiyor.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52360" y="3218688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Bakılacak yer: çekimserlik kararı, ekranda eşitsizlik olarak duruyor. Skor 4,54 ve eşik 6,87 olduğu için model hiç çağrılmadan reddediliyor.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46177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46177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"kayıt dondurma nasıl yapılır"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494690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Sunumun başındaki hikâyenin sorusu. Bu ifade korpusta hiç geçmiyor.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2360" y="4636008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çözdüğüm değil, ölçtüğüm bir problem. Sorgu genişletme sıradaki iş.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5943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Hazırlık: sunumdan önce bir soru sorup modeli ısıtın. İlk sorgu modeli belleğe yüklerken 1,5–2 dakika sürüyor.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Sınırlar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Neyi ölçemedim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Hepsini ölçtüm ya da fark ettim, hiçbirini gizlemedim.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57800" cy="1536192"/>
          </a:xfrm>
          <a:prstGeom prst="roundRect">
            <a:avLst>
              <a:gd name="adj" fmla="val 3571"/>
            </a:avLst>
          </a:prstGeom>
          <a:solidFill>
            <a:srgbClr val="1F3E5A"/>
          </a:solidFill>
          <a:ln w="12700">
            <a:solidFill>
              <a:srgbClr val="1F3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391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setini modelin kendisi üretti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Parafraz katmanı bunu hafifletiyor ama çözmüyor. 60 parafrazın 11'i orijinaliyle 0,80'in altında anlamsal benzerlik gösteriyor, yani ölçtüğüm kelime farkı bir üst sınır.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257800" cy="1536192"/>
          </a:xfrm>
          <a:prstGeom prst="roundRect">
            <a:avLst>
              <a:gd name="adj" fmla="val 3571"/>
            </a:avLst>
          </a:prstGeom>
          <a:solidFill>
            <a:srgbClr val="1F3E5A"/>
          </a:solidFill>
          <a:ln w="12700">
            <a:solidFill>
              <a:srgbClr val="1F3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0391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etkiler için örneklem yetersiz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73952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60 orta büyüklükteki etkiler için yeterli. Küçük bir etkiyi (d = 0,2) görmek için 197 soru gerekirdi.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5257800" cy="1536192"/>
          </a:xfrm>
          <a:prstGeom prst="roundRect">
            <a:avLst>
              <a:gd name="adj" fmla="val 3571"/>
            </a:avLst>
          </a:prstGeom>
          <a:solidFill>
            <a:srgbClr val="1F3E5A"/>
          </a:solidFill>
          <a:ln w="12700">
            <a:solidFill>
              <a:srgbClr val="1F3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776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 tek kurum, tek dil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" y="4114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Bulgularımın hepsi Türkçe yönetmelik metnine özgü olabilir. İngilizce bir kontrol seti kurmadım.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536192"/>
          </a:xfrm>
          <a:prstGeom prst="roundRect">
            <a:avLst>
              <a:gd name="adj" fmla="val 3571"/>
            </a:avLst>
          </a:prstGeom>
          <a:solidFill>
            <a:srgbClr val="1F3E5A"/>
          </a:solidFill>
          <a:ln w="12700">
            <a:solidFill>
              <a:srgbClr val="1F3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776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Çekimserlik eşiği kusurlu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4114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0,843, yani cevaplanamaz soruların %38'ini kaçırıyor. 52 negatif örnek az ve BM25 skoru sorgu uzunluğuna duyarlı; bu karıştırıcıyı kontrol etmedim.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Sonuç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öğrendim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 eklemek cevabı bozdu. 4000 karakterde model bilmediğini söylemeyi tamamen bıraktı.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hızlı model en güvensiz olandı ve kullandığım metrik bunu göremiyordu.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Literatürün önerdiği RRF, düzeltmeden sonra ayakta kalamadı; ağırlıklı füzyon kaldı.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bir iyileştirme olan yeniden sıralama sistemi bozdu, kapalı bıraktım.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benchmark'ım geçersizdi. Onu çöpe atmak projenin en değerli kararı oldu.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069080"/>
            <a:ext cx="6949440" cy="1234440"/>
          </a:xfrm>
          <a:prstGeom prst="roundRect">
            <a:avLst>
              <a:gd name="adj" fmla="val 4444"/>
            </a:avLst>
          </a:prstGeom>
          <a:solidFill>
            <a:srgbClr val="F1F4F7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27939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asıl çıktısı bu sistem değil, bu sistemi ölçebilen araç takımı. "Sorgu genişletme işe yarıyor mu?" sorusu artık bir tahmin değil, bir koşu.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010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 ne var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01000" y="1874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genişletme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boyutunun taranması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Dayanaklılık yargıcı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C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sunucusu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01000" y="3566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15400" y="3621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1000" y="4133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15400" y="4187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dokümanı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01000" y="47000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1540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sorusu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Sorularınızı bekliyorum.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25400">
            <a:solidFill>
              <a:srgbClr val="1F3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Furkan Ahi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4617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ölçüm çıktıları ve teori dokümanları: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github.com/Furkanahii/foundry-rag-lab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Foundry Local ile Yerel RAG Laboratuvarı</dc:title>
  <dc:subject>Microsoft Yapay Zekâ Stajı — Proje Sunumu</dc:subject>
  <dc:creator>Furkan Ahi</dc:creator>
  <cp:lastModifiedBy>Furkan Ahi</cp:lastModifiedBy>
  <cp:revision>1</cp:revision>
  <dcterms:created xsi:type="dcterms:W3CDTF">2026-08-17T21:54:59Z</dcterms:created>
  <dcterms:modified xsi:type="dcterms:W3CDTF">2026-08-17T21:54:59Z</dcterms:modified>
</cp:coreProperties>
</file>