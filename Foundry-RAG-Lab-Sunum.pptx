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3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233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0233F"/>
                </a:solidFill>
                <a:latin typeface="Calibri"/>
              </a:rPr>
              <a:t>Bağlam büyüdükçe model reddetmeyi bırakıyor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Doğru reddetme (3 üzerinden)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3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F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CF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1200 kr</c:v>
                  </c:pt>
                  <c:pt idx="1">
                    <c:v>2400 kr</c:v>
                  </c:pt>
                  <c:pt idx="2">
                    <c:v>4000 kr</c:v>
                  </c:pt>
                  <c:pt idx="3">
                    <c:v>6000 kr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023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l"/>
        <c:majorGridlines>
          <c:spPr>
            <a:ln w="12700" cap="flat">
              <a:solidFill>
                <a:srgbClr val="E8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233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0233F"/>
                </a:solidFill>
                <a:latin typeface="Calibri"/>
              </a:rPr>
              <a:t>nDCG@5 · konfigürasyon ve kelime varyantına göre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Üretilmiş sorular</c:v>
                </c:pt>
              </c:strCache>
            </c:strRef>
          </c:tx>
          <c:spPr>
            <a:solidFill>
              <a:srgbClr val="1023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
dense</c:v>
                  </c:pt>
                  <c:pt idx="1">
                    <c:v>lexical
only</c:v>
                  </c:pt>
                  <c:pt idx="2">
                    <c:v>rrf</c:v>
                  </c:pt>
                  <c:pt idx="3">
                    <c:v>weighted
0,5</c:v>
                  </c:pt>
                  <c:pt idx="4">
                    <c:v>weighted
0,7</c:v>
                  </c:pt>
                  <c:pt idx="5">
                    <c:v>rrf
mmr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0.5796</c:v>
                </c:pt>
                <c:pt idx="1">
                  <c:v>0.704</c:v>
                </c:pt>
                <c:pt idx="2">
                  <c:v>0.6817</c:v>
                </c:pt>
                <c:pt idx="3">
                  <c:v>0.737</c:v>
                </c:pt>
                <c:pt idx="4">
                  <c:v>0.7001</c:v>
                </c:pt>
                <c:pt idx="5">
                  <c:v>0.5481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Parafrazlanmış sorular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
dense</c:v>
                  </c:pt>
                  <c:pt idx="1">
                    <c:v>lexical
only</c:v>
                  </c:pt>
                  <c:pt idx="2">
                    <c:v>rrf</c:v>
                  </c:pt>
                  <c:pt idx="3">
                    <c:v>weighted
0,5</c:v>
                  </c:pt>
                  <c:pt idx="4">
                    <c:v>weighted
0,7</c:v>
                  </c:pt>
                  <c:pt idx="5">
                    <c:v>rrf
mmr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0.5158</c:v>
                </c:pt>
                <c:pt idx="1">
                  <c:v>0.5577</c:v>
                </c:pt>
                <c:pt idx="2">
                  <c:v>0.613</c:v>
                </c:pt>
                <c:pt idx="3">
                  <c:v>0.6295</c:v>
                </c:pt>
                <c:pt idx="4">
                  <c:v>0.5915</c:v>
                </c:pt>
                <c:pt idx="5">
                  <c:v>0.4915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12700" cap="flat">
              <a:solidFill>
                <a:srgbClr val="E8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A8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233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0233F"/>
                </a:solidFill>
                <a:latin typeface="Calibri"/>
              </a:rPr>
              <a:t>Cevaplanabilir / cevaplanamaz ayrımı (AUC)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3C7A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3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C7A5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23A32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Ham BM25</c:v>
                  </c:pt>
                  <c:pt idx="1">
                    <c:v>Ham kosinüs</c:v>
                  </c:pt>
                  <c:pt idx="2">
                    <c:v>Füzyon skoru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0.843</c:v>
                </c:pt>
                <c:pt idx="1">
                  <c:v>0.792</c:v>
                </c:pt>
                <c:pt idx="2">
                  <c:v>0.727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023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8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 cümlesi: Bana verilen konu 'Foundry Local ile ilk yerel RAG uygulamanı yap' idi. Ben o planı bitirdim ve sonra planın çalışmadığı yerleri ölçen bir sisteme çevirdim. Wifi'nin kapalı olduğunu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slaytta yavaşla. Tez cümlesi sunumun omurgası; geri kalan her slayt bunun kanıtı.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 hızlı geç, sağda dur. Sağdaki her madde ilerideki bir slaytın konusu.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Burada 'tek dosya' vurgusu önemli: taşınabilirlik ve veri mahremiyeti aynı tasarım kararından geliyor.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geçişi. Tek cümle: 'Önce neyle uğraştığımızı göstereyim.'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Dördüncüsünü hikâye olarak anlat: sisteme sorduğum ilk soru buydu, alakasız şeyler getirdi, modeli suçlamadan önce korpusta arama yaptım. Sorun erişimde değil, kelime dağarcığındaydı.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hibrit mimarinin gerekçesi. Sonraki bölümde bunun ölçüldüğünü göstereceğiz.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Kısa bölüm. Şemayı soru üzerinden anlat, kutu kutu değil.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Ölçek farkı cümlesini mutlaka söyle — hocalar bunu sorar. Ve 'tek modül Foundry'ye bakıyor' noktası mimari zarafet değil, ölçüm gereği.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bölüm sunumun ilgi çeken kısmı. Her bulguyu 'beklenti → ölçüm → karar' kalıbında anlat.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Vurgu: çoğu RAG anlatısı 'daha çok bağlam daha iyi' varsayar, ben de varsaydım. Ölçüm tersini söyledi. n=5 sınırını kendin söyle.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Kör nokta cümlesi bu sunumun en öğretici anı. phi-3.5-mini seçimi teknik değil ürün kararı: 24 saniye interaktif demoda kullanılamaz, ama eval seti üretiminde 7b kullanıyorum.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Sunumun en güçlü bölümü. Yavaş anlat, acele etme.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Burada duraksa. 'Güçsüz bir çalışmayı boş bir sonuç gibi raporlamak' cümlesini kullan: n.s. sonucu 'fark yok' değil, 'bu set ayıramadı' demektir.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Üçüncü düzeltme en önemlisi: aradaki düşüş, puanın ne kadarının kelime eşleştirmekten geldiğini söylüyor.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Artık sayılar geliyor. Her sayının yanında p değeri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RRF'i savunmayı unutma: teorik üstünlüğü hâlâ geçerli (ölçekten bağımsız), bu korpusta karşılığını vermedi.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Planlı vs keşifsel karşılaştırma ayrımı, istatistik bilen bir hocanın not vereceği 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slayt, bölüm IV'teki dürüstlük anlatısının ödülü. İkisini arka arkaya anlat.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sevdiğim bulgu diye tanıt: sayı kötü çıktı, kodu okudum, nedenini buldum, sinyali değiştirdim. Üç adımlık hikâye.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slaytın mesajı: negatif sonuç da sonuçtur. Özelliği silmedim, ölçtüm ve kapattım — başka bir modelle yeniden ölçülebilsin diye kod duruyor. İki deneyin aynı sınırı göstermesi bulgunun güvenilirliğini artırıyor.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slaytı atlama. Hoca zaten arayacak; senin söylemen çok daha güçlü.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Kapanışa köprü: laboratuvar metaforunu burada tamamla.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 cümlesi: 'Projenin asıl çıktısı bu sistem değil, bu sistemi ölçebilen araç takımı.' Sonra teşekkür et ve soruları 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YAPAY ZEKÂ STAJI ·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7955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Foundry Local ile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Yerel RAG Laboratuvarı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3794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yönetmelik korpusunda hibrit erişim ve istatistiksel olarak doğrulanmış tasarım kararları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02920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Mahmut Emre Karaman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49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github.com/Furkanahii/foundry-rag-lab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0" y="192024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1B3557"/>
          </a:solidFill>
          <a:ln w="12700">
            <a:solidFill>
              <a:srgbClr val="1B35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30768" y="2084832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8430768" y="272491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İnternet bağlantısı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30768" y="2999232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Gömme, üretim ve indeks tamamen cihaz üzerinde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0" y="347472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1B3557"/>
          </a:solidFill>
          <a:ln w="12700">
            <a:solidFill>
              <a:srgbClr val="1B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30768" y="3639312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430768" y="427939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 sorusu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0768" y="4553712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üretilmiş · 60 parafraz · 52 cevaplanamaz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PROJENIN TEK CÜMLELIK TEZI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RAG sisteminin her tasarım kararı ölçülebilir;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ölçülmeyen karar bir tercih değil, bir varsayımdır.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31546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proje bir RAG demosu değil, bir RAG laboratuvarı: sistemin kendisi, kendi tasarım kararlarını sınayacak ölçüm araçlarını içeriyor.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34340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4325112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Hibrit erişim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07008" y="4599432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Anlamsal + sözlüksel arama, ağırlıklı füzyonla birleştirilir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434340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10" name="Text 8"/>
          <p:cNvSpPr/>
          <p:nvPr/>
        </p:nvSpPr>
        <p:spPr>
          <a:xfrm>
            <a:off x="4325112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4325112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 harness'ı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4599432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nDCG/MRR/Recall, bootstrap güven aralığı, permütasyon testi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0144" y="434340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14" name="Text 12"/>
          <p:cNvSpPr/>
          <p:nvPr/>
        </p:nvSpPr>
        <p:spPr>
          <a:xfrm>
            <a:off x="8010144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77072" y="4325112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kaydı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77072" y="4599432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varsayılanın gerekçesi kodun içinde, ölçüm sayısıyla birlikte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BAŞLANGIÇ NOKTASI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Verilen plan ve neden yetmedi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REFERANS YAKLAŞIM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Metni sabit boyutta parçala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Göm ve SQLite'a JSON olarak yaz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Python'da tek tek kosinüs hesapla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iyi 2 parçayı modele ver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üzerinden soru sor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4343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Sekiz cümlelik bir örnek için doğru çalışır.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10233F"/>
          </a:solidFill>
          <a:ln w="12700">
            <a:solidFill>
              <a:srgbClr val="1023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8745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KORPUSTA ÖLÇÜLEN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2402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küçük harf çevrimi bozuk: IŞIK → işik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"MADDE" 9 belgenin hepsinde → IDF = 0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 ekleri eşleşmiyor: kayıtların ≠ kayıt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metinde gömme geometrisi dejenere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bağlam talimat takibini çökertiyor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4343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Sorunların hiçbiri kod hatası değil; hepsi ölçülmemiş varsayım.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2910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Korpus: Boğaziçi Üniversitesi'nin kamuya açık 9 yönetmelik ve yönergesi · 214.982 karakter · 347 chunk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KÜNYESI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kuruldu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01952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41248" y="2542032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Doküman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Kayıt, burs, disiplin, konut, lisans ve lisansüstü yönetmelikleri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29000" y="17373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1901952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2542032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30168" y="2816352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strateji, 900 karakter, MADDE sınırı farkındalıklı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7373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901952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1024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19088" y="2542032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 boyutu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19088" y="2816352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qwen3-embedding-0.6b, tamamen yerel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06840" y="173736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08008" y="1901952"/>
            <a:ext cx="2203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4,63 MB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08008" y="2542032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dosya indeks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08008" y="2816352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sqlite-vec + FTS5 BM25, aynı .db içinde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749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Sunucu yok, Docker yok, bulut hesabı yok.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008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İndeks tek bir .db dosyası — USB belleğe kopyalanır, başka makinede çalışır. Bu, kurumsal bir ortamda öğrenci verisinin hiçbir aşamada kurumdan çıkmaması demek.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1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3017520" y="21488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017520" y="2468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Türkçe yönetmelik neden zor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017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ölçülmüş sorun ve her birinin sisteme yansıması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Dilin kendisi bir mühendislik problemi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673352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Python'ın lower() fonksiyonu Türkçe'de bozuk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9476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"IŞIK".lower() → "işik". Unicode varsayılanı İngilizce; noktalı ve noktasız i ayrımı kayboluyor. Sözlüksel indeks dile özgü normalizasyon istiyor.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62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843784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karakteristik kelime sıfır bilgi taşıyor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07008" y="311810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"MADDE" dokuz belgenin hepsinde, 195 kez geçiyor. BM25'in IDF terimi log(N/df) = log(9/9) = 0. Sözlüksel arama tek başına yetersiz.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32504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032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4014216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Eklemeli dilde tam eşleşme çalışmıyor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28853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"kayıtların" ile "kayıt" BM25 için iki ayrı kelime. Bir kök arka arkaya beş ek taşıyabiliyor.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202936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202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5184648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ile belge aynı kelimeyi kullanmıyor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07008" y="545896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"kayıt dondurma" ifadesi korpusta hiç geçmiyor — yönetmelik buna "izinli sayılma" diyor.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iki arama kolu birden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12080" cy="2286000"/>
          </a:xfrm>
          <a:prstGeom prst="roundRect">
            <a:avLst>
              <a:gd name="adj" fmla="val 3200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Anlamsal arama tek başına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2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0,368  vs  0,304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eşleşme gereken sorgularda (ders kodu gibi) doğru pasajın marjı yanlıştan neredeyse ayrılamıyor. Gömme vektörleri kod numaralarında zayıf.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212080" cy="2286000"/>
          </a:xfrm>
          <a:prstGeom prst="roundRect">
            <a:avLst>
              <a:gd name="adj" fmla="val 3200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Sözlüksel arama tek başına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21945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23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IDF = 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0" y="27889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Yönetmelik dilinin en sık terimleri her belgede geçtiği için ayırt edici gücü yok. Ayrıca kullanıcının kelimesi belgede hiç bulunmayabiliyor.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0233F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3708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kolun hata modları bağımsız — bu yüzden füzyon her ikisinden de iyi olabiliyor.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0120" y="477316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"birleştirdim, daha iyi oldu" demek yetmez. Ne kadar iyi olduğunu, farkın gürültü olup olmadığını ölçmek gerekiyor. Projenin ikinci yarısı bu ölçüm.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1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3017520" y="21488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017520" y="2468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Mimari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017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sorunun sistemden geçerken izlediği yol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II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soru sisteme girdiğinde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057400" cy="1691640"/>
          </a:xfrm>
          <a:prstGeom prst="roundRect">
            <a:avLst>
              <a:gd name="adj" fmla="val 4324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Normalizasyon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76148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küçük harf, NFC, gövdeleme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15768" y="2487168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8D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953512" y="1828800"/>
            <a:ext cx="2057400" cy="1691640"/>
          </a:xfrm>
          <a:prstGeom prst="roundRect">
            <a:avLst>
              <a:gd name="adj" fmla="val 4324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36392" y="19933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36392" y="2286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kol paralel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36392" y="276148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Yoğun (sqlite-vec) + BM25 (FTS5), 30'ar aday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0" y="2487168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8D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266944" y="1828800"/>
            <a:ext cx="2057400" cy="1691640"/>
          </a:xfrm>
          <a:prstGeom prst="roundRect">
            <a:avLst>
              <a:gd name="adj" fmla="val 4324"/>
            </a:avLst>
          </a:prstGeom>
          <a:solidFill>
            <a:srgbClr val="10233F"/>
          </a:solidFill>
          <a:ln w="12700">
            <a:solidFill>
              <a:srgbClr val="1023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49824" y="19933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49824" y="2286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Ağırlıklı füzyon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49824" y="276148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0,5 · ölçümle seçildi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342632" y="2487168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8D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580376" y="1828800"/>
            <a:ext cx="2057400" cy="1691640"/>
          </a:xfrm>
          <a:prstGeom prst="roundRect">
            <a:avLst>
              <a:gd name="adj" fmla="val 4324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63256" y="19933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63256" y="2286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5 pasaj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63256" y="276148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 getir, dar besle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656064" y="2487168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8D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893808" y="1828800"/>
            <a:ext cx="2057400" cy="1691640"/>
          </a:xfrm>
          <a:prstGeom prst="roundRect">
            <a:avLst>
              <a:gd name="adj" fmla="val 4324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76688" y="19933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76688" y="2286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 veya ret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076688" y="276148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 altındaysa model hiç çağrılmıyor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" y="3931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Skorlar değil sıralar birleştirilir — ya da ölçek normalize edilir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4315968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skoru sınırsız bir sayı, kosinüs benzerliği −1 ile 1 arasında. Doğrudan toplamak elmayla armut toplamak olurdu. İki çözüm de kodda var ve ikisi de ölçüldü: RRF sıraları toplar, ağırlıklı füzyon skorları aynı ölçeğe çeker.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052560" y="39776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53728" y="4142232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modül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9253728" y="4782312"/>
            <a:ext cx="2066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Foundry'ye bağımlı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253728" y="505663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değişimi tek config alanı — laboratuvarı mümkün kılan izolasyon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1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3017520" y="21488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017520" y="2468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Sezginin yanıldığı yerler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017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Ölçüm sonucu beklentinin tersi çıkan üç karar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Daha çok bağlam, daha kötü cevap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8521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 yönlü çöküş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949440" y="21945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karakterde model, cevabı bilmediğinde reddetmeyi tamamen bırakıyor — üç denemede sıfır. Aynı anda gecikme 38,6 saniyeden 93,9 saniyeye çıkıyor.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949440" y="3291840"/>
            <a:ext cx="4572000" cy="1600200"/>
          </a:xfrm>
          <a:prstGeom prst="roundRect">
            <a:avLst>
              <a:gd name="adj" fmla="val 4571"/>
            </a:avLst>
          </a:prstGeom>
          <a:solidFill>
            <a:srgbClr val="10233F"/>
          </a:solidFill>
          <a:ln/>
        </p:spPr>
      </p:sp>
      <p:sp>
        <p:nvSpPr>
          <p:cNvPr id="8" name="Text 5"/>
          <p:cNvSpPr/>
          <p:nvPr/>
        </p:nvSpPr>
        <p:spPr>
          <a:xfrm>
            <a:off x="7178040" y="34564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78040" y="3749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kuralları sistem mesajının başında duruyor; arkasından gelen her token'la seyreliyor. Küçük bir modelde bağlam bir kaynak değil, maliyet.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5120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KARAR: bağlam bütçesi 1600 karakter · top_k = 5 kalıyor · "geniş getir, dar besle"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2910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scripts/prompt_ablation.py · phi-3.5-mini · n = 5 soru (etkinin yönü güvenilir, eşiğin kendisi gürültülü)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hızlı model, en güvensiz model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1920240"/>
                <a:gridCol w="274320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Gecikme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Tekrar skoru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Reddediyor mu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qwen2.5-0.5b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 — uyduruyor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Güvensiz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Dejenere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phi-3.5-mini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Varsayılan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qwen2.5-7b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23,8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Çevrimdışı işler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70332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10233F"/>
          </a:solidFill>
          <a:ln/>
        </p:spPr>
      </p:sp>
      <p:sp>
        <p:nvSpPr>
          <p:cNvPr id="6" name="Text 3"/>
          <p:cNvSpPr/>
          <p:nvPr/>
        </p:nvSpPr>
        <p:spPr>
          <a:xfrm>
            <a:off x="960120" y="3886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Metriğin kör noktası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60120" y="42062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0.5b modeli tekrar skorunda mükemmel: 0,000. Ama içeriği uyduruyor. Tekrar metriği dejenerasyonu yakalıyor, halüsinasyonu yakalamıyor — iki farklı bozulma biçimi ve tek metrik ikisini birden göremiyor. Bir metriğin iyi görünmesi, ölçmediği şeyin iyi olduğu anlamına gelmez.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2910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M2 / WebGPU · grounded Türkçe soru-cevap · scripts/compare_chat_models.py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1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3017520" y="21488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017520" y="2468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Değerlendirme ve dürüstlük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017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ölçüm koşusunu neden çöpe attım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IV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İlk benchmark'ım geçersizdi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Sonuçları silmedim — arşivledim ve yanına neden geçersiz olduklarını yazdım.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12080" cy="2926080"/>
          </a:xfrm>
          <a:prstGeom prst="roundRect">
            <a:avLst>
              <a:gd name="adj" fmla="val 2500"/>
            </a:avLst>
          </a:prstGeom>
          <a:solidFill>
            <a:srgbClr val="1B355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762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2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KUSUR 1 — YETERSİZ GÜÇ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15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914400" y="3154680"/>
            <a:ext cx="4663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soru istemiştim, 15 elde etmiştim, ve bunu bana hiçbir şey söylememişti — kod otuz chunk örnekliyor, elenenlerden sonra kalanı döndürüyordu.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 büyüklükte bir etkiyi %80 güçle görmek için 32 soru gerekiyor. On karşılaştırmanın hiçbiri düzeltmeden geçemedi.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212080" cy="2926080"/>
          </a:xfrm>
          <a:prstGeom prst="roundRect">
            <a:avLst>
              <a:gd name="adj" fmla="val 2500"/>
            </a:avLst>
          </a:prstGeom>
          <a:solidFill>
            <a:srgbClr val="1B3557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1762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2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KUSUR 2 — KURGU ARTEFAKTI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0" y="24688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  vs  0,58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583680" y="315468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 korpustan üretmiştim — doğru bir tercih, çünkü hangi pasajın cevap olduğunu tam biliyorum, elle etiketleme yok.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chunk'tan üretilen soru chunk'ın kelimelerini taşıyor ve BM25 tam olarak bu örtüşmeyi puanlıyor. Tablo "BM25 daha iyi" demiyordu; "sorularım belgelerin kopyasıydı" diyordu.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62910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C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data/results/archive-n15-invalid/NOTE.md — arşivlenmiş sonuçlar ve gerekçesi depoda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IV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Geçerli hale getirmek için üç düzeltme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719072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Güç: hedef artık kullanılabilir soru sayısı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9933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Elenen her soru için havuzdan yenisi çekiliyor. 60 soru × 2 kelime varyantı. Güç analizi her koşuda raporlanıyor.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770632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Örtüşme ölçülüyor, tahmin edilmiyor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07008" y="30449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soru için gold pasajla kelime örtüşmesi, BM25 kolunun kullandığı aynı gövdelemeyle — yani vekil değil, sinyalin kendisi.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3822192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Varyantlar ayrı ölçülüyor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0965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sorunun bir de günlük dile çevrilmiş parafrazı var. İkisi aynı pasajı hedeflediği için eşleştirilmiş test yapılabiliyor.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514807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0,448 → 0,369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41248" y="5788152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 örtüşmesi düştü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1248" y="606247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Parafraz aşamasının işe yaradığının ölçüsü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25112" y="498348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514807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60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4526280" y="5788152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Kopya parafraz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26280" y="606247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denemede 42 idi; prompt örneklerle yeniden yazıldı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010144" y="498348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11312" y="514807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60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8211312" y="5788152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Varyant başına soru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11312" y="606247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0,5 için yeterli; d = 0,2 için 197 gerekir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1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3017520" y="21488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017520" y="2468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Sonuçlar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017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üretilmiş + 60 parafraz soru · eşleştirilmiş permütasyon testi · Holm-Bonferroni düzeltmesi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Düzeltmeden sonra ayakta kalan tek kazanç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74980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412480" y="1691640"/>
            <a:ext cx="3108960" cy="2011680"/>
          </a:xfrm>
          <a:prstGeom prst="roundRect">
            <a:avLst>
              <a:gd name="adj" fmla="val 3636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41080" y="1874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weighted-0,5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4108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C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+0,157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41080" y="2697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0,0006 (üretilmiş)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+0,114 · p = 0,0002 (parafraz)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iki varyantta da Holm düzeltmesinden geçen tek konfigürasyon.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412480" y="3840480"/>
            <a:ext cx="3108960" cy="1371600"/>
          </a:xfrm>
          <a:prstGeom prst="roundRect">
            <a:avLst>
              <a:gd name="adj" fmla="val 5333"/>
            </a:avLst>
          </a:prstGeom>
          <a:solidFill>
            <a:srgbClr val="10233F"/>
          </a:solidFill>
          <a:ln/>
        </p:spPr>
      </p:sp>
      <p:sp>
        <p:nvSpPr>
          <p:cNvPr id="10" name="Text 7"/>
          <p:cNvSpPr/>
          <p:nvPr/>
        </p:nvSpPr>
        <p:spPr>
          <a:xfrm>
            <a:off x="8641080" y="4023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geçemedi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41080" y="43434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Literatürün önerdiği yöntem ve benim varsayılanımdı. Ölçüm sonucunda projenin varsayılanını değiştirdim.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2910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Eşleştirilmiş permütasyon testi, 10.000 yeniden örnekleme · 10 karşılaştırma için Holm-Bonferroni düzeltmesi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Projenin en büyük tek etkisi: Türkçe gövdeleme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0195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+0,213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41248" y="2542032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Üretilmiş sorularda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0,0014 · Cohen's d = 0,45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4568" y="190195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+0,222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44568" y="2542032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Parafrazlanmış sorularda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44568" y="2816352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0,0004 · Cohen's d = 0,45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10233F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bağımsız yazımda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7532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tekrarlanan tek etki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7532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büyüklükte, aynı yönde, iki farklı soru setinde — elde edilebilecek en güçlü doğrulama.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Planlı karşılaştırma nedir, neden Holm ailesinin dışında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420624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Holm düzeltmesi, konfigürasyonlar arasında arama yapmayı cezalandırır. Gövdeleme karşılaştırması bir arama değil: taramadan önce kurulmuş, tek bir mekanizmayı yalıtan bir hipotez. Bunu açıkça söylemek şart — planlanmamış bir karşılaştırmayı planlanmış gibi sunmak, taramanın kendisini keşfe dönüştürmenin yoludur.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2910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Gövdeleme sezgisel bir ek soyucu, morfolojik analizci değil: çekim eklerinde çalışıyor, türetim eklerinde çalışmıyor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Sözlüksel üstünlük bir artefaktmış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 yeniden yazıldığında hangi konfigürasyonun çöktüğü, puanının nereden geldiğini söylüyor.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  <a:gridCol w="1371600"/>
                <a:gridCol w="1371600"/>
                <a:gridCol w="26517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Konfigürasyon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Üretilmiş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Parafraz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Düşüş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Sonuç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3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lexical-nostem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Anlamlı düşüş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lexical-only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Anlamlı düşüş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weighted-0,5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Holm'a takıldı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Anlamsız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baseline-dense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Anlamsız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0233F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4526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Yalnızca BM25 kolları anlamlı biçimde çöküyor.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495604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Geçersiz koşuda sözlüksel arama 0,86 ile yoğun aramanın 0,58'ini eziyor görünüyordu. Şimdi: üretilmiş sette p = 0,065 ile anlamsız, parafraz sette p = 0,47 ile tamamen yok. Bunu görebilmemin tek nedeni iki seti ayrı ölçmüş olmam.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Doğal aday sinyal, yapısal olarak yanlıştı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5669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67512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Füzyon skoru neden kaybediyor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675120" y="21945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Ağırlıklı füzyon, her kolu o sorgu için getirilen adaylar içinde min-max normalize ediyor. En iyi aday, iyi olduğu için değil en iyi olduğu için 1,0 alıyor.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675120" y="320040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0233F"/>
          </a:solidFill>
          <a:ln/>
        </p:spPr>
      </p:sp>
      <p:sp>
        <p:nvSpPr>
          <p:cNvPr id="8" name="Text 5"/>
          <p:cNvSpPr/>
          <p:nvPr/>
        </p:nvSpPr>
        <p:spPr>
          <a:xfrm>
            <a:off x="6903720" y="3364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Kanıt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903720" y="36576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Cevaplanamaz bir soru, füzyon skorunda mümkün olan en yüksek değeri — tam 1,000 — aldı. "Hiçbir şey bulamadım" diyemeyen bir sayı, bir şey bulunup bulunmadığına karar veremez.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KARAR: sinyal ham BM25 · eşik 6,866 — duyarlılığı %90'da tutan en katı kesme noktası. F1 yerine duyarlılık hedeflendi: gereksiz ret kullanıcıyı sinirlendirir, uydurulmuş bir madde birinin eğitim hayatını etkiler.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62910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cevaplanabilir / 52 cevaplanamaz soru · scripts/calibrate_abstention.py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Yaptım, ölçtüm, kapattım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Listwise LLM yeniden sıralama: literatürün standart iyileştirmesi, 157 satır kod — ve bu sistemde zararlı.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4747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08483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−0,308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2724912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Üretilmiş sorularda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9923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0,0001 · Cohen's d = −0,73 (büyük etki)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1920240"/>
            <a:ext cx="34747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4568" y="208483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−0,217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544568" y="2724912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Parafrazlanmış sorularda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2999232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0,0015 · Cohen's d = −0,44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1920240"/>
            <a:ext cx="3474720" cy="1600200"/>
          </a:xfrm>
          <a:prstGeom prst="roundRect">
            <a:avLst>
              <a:gd name="adj" fmla="val 4571"/>
            </a:avLst>
          </a:prstGeom>
          <a:solidFill>
            <a:srgbClr val="B23A32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21214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saniye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275320" y="2697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Sorgu başına ek maliyet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75320" y="2999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D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Erişim 0,2 saniye sürüyordu. İki yüz kat yavaşlatıp sonucu bozuyor.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74904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10233F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950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nedeni zaten ölçülmüştü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2793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Yeniden sıralayıcı, modele 12 pasajı birden veriyor — yaklaşık 4800 karakter. Bağlam bütçesi ablasyonu (Bulgu 1) tam da bu bölgede talimat takibinin çöktüğünü göstermişti: 4000 karakterde model üç denemede sıfır kez doğru reddetmişti.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5029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Yani iki bağımsız deney aynı sınırı işaret ediyor. Küçük bir modelde uzun bağlam gerektiren her özellik — yeniden sıralama dahil — aynı duvara çarpıyor.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2910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scripts/run_benchmark.py --with-rerank · planlı karşılaştırma, seçilen varsayılan üzerine · özellik kodda kalıyor ama kapalı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DÜRÜSTLÜK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sonuçların sınırları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Hepsi ölçüldü, hiçbiri gizlenmedi.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57800" cy="1481328"/>
          </a:xfrm>
          <a:prstGeom prst="roundRect">
            <a:avLst>
              <a:gd name="adj" fmla="val 4938"/>
            </a:avLst>
          </a:prstGeom>
          <a:solidFill>
            <a:srgbClr val="1B3557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391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setini modelin kendisi üretti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96112" y="2377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Parafraz katmanı hafifletiyor, çözmüyor. 60 parafrazın 11'i orijinaliyle 0,80'in altında anlamsal benzerlik gösteriyor — ölçülen kelime farkı bir üst sınır.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257800" cy="1481328"/>
          </a:xfrm>
          <a:prstGeom prst="roundRect">
            <a:avLst>
              <a:gd name="adj" fmla="val 4938"/>
            </a:avLst>
          </a:prstGeom>
          <a:solidFill>
            <a:srgbClr val="1B3557"/>
          </a:solidFill>
          <a:ln/>
        </p:spPr>
      </p:sp>
      <p:sp>
        <p:nvSpPr>
          <p:cNvPr id="9" name="Text 7"/>
          <p:cNvSpPr/>
          <p:nvPr/>
        </p:nvSpPr>
        <p:spPr>
          <a:xfrm>
            <a:off x="6428232" y="20391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etkiler için güç yetersiz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28232" y="2377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60, d = 0,5 için yeterli. d = 0,2'yi görmek için 197 soru gerekir. Anlamsız çıkan sonuçlar "fark yok" değil, "bu set ayıramadı" demek.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566160"/>
            <a:ext cx="5257800" cy="1481328"/>
          </a:xfrm>
          <a:prstGeom prst="roundRect">
            <a:avLst>
              <a:gd name="adj" fmla="val 4938"/>
            </a:avLst>
          </a:prstGeom>
          <a:solidFill>
            <a:srgbClr val="1B3557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73075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Korpus tek kurum, tek dil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96112" y="40690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Bulguların hepsi Türkçe yönetmelik metnine özgü olabilir. İngilizce kontrol seti kurulmadı.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566160"/>
            <a:ext cx="5257800" cy="1481328"/>
          </a:xfrm>
          <a:prstGeom prst="roundRect">
            <a:avLst>
              <a:gd name="adj" fmla="val 4938"/>
            </a:avLst>
          </a:prstGeom>
          <a:solidFill>
            <a:srgbClr val="1B3557"/>
          </a:solidFill>
          <a:ln/>
        </p:spPr>
      </p:sp>
      <p:sp>
        <p:nvSpPr>
          <p:cNvPr id="15" name="Text 13"/>
          <p:cNvSpPr/>
          <p:nvPr/>
        </p:nvSpPr>
        <p:spPr>
          <a:xfrm>
            <a:off x="6428232" y="373075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Çekimserlik eşiği kusurlu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28232" y="40690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0,843 — cevaplanamaz soruların %38'ini kaçırıyor. 52 negatif örnek az; BM25 skoru sorgu uzunluğuna duyarlı ve bu karıştırıcı kontrol edilmedi.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62910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C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Sınırları kendin söylemek, soru-cevapta birinin bulmasından her zaman iyidir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SIRADAKI IŞ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biri artık bir tahmin değil, bir koşu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764792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Sorgu genişletme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2039112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"kayıt dondurma" ile "izinli sayılma" arasındaki boşluk ölçüldü ama kapatılmadı.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39128" y="1764792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boyutunun taranması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39128" y="2039112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karakter gerekçeli bir tahmin, ölçülmüş bir seçim değil.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01752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2999232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Dayanaklılık yargıcı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3273552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Atıfların geçerliliği ölçülüyor; iddiayı gerçekten destekleyip desteklemediği ölçülmüyor.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017520"/>
            <a:ext cx="402336" cy="402336"/>
          </a:xfrm>
          <a:prstGeom prst="ellipse">
            <a:avLst/>
          </a:prstGeom>
          <a:solidFill>
            <a:srgbClr val="10233F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39128" y="2999232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sunucusu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39128" y="3273552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Microsoft ekosistemindeki diğer araçlardan çağırılabilir yapmak.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2F5F8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7091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0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Projenin asıl çıktısı bu sistem değil, bu sistemi ölçebilen araç takımı. "Sorgu genişletme işe yarıyor mu?" sorusu artık bir tahmin değil, bir koşu.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Ölçtüğüm şeylerin bir kısmı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sezgimin tersini söyledi.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F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Bağlam eklemek cevabı bozdu — 4000 karakterde model reddetmeyi tamamen bıraktı.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F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hızlı model en güvensiz olandı; tekrar metriği halüsinasyonu göremedi.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F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Literatürün önerdiği RRF, düzeltmeden sonra ayakta kalamadı.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F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Standart bir iyileştirme olan yeniden sıralama sistemi bozdu — kapalı kaldı.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F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benchmark'ım geçersizdi ve onu çöpe atmak projenin en değerli kararı oldu.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86800" y="16459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1B3557"/>
          </a:solidFill>
          <a:ln w="12700">
            <a:solidFill>
              <a:srgbClr val="1B35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87968" y="1810512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887968" y="245059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Otomatik test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87968" y="2724912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sayıyı üreten kod test altında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0" y="32918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1B3557"/>
          </a:solidFill>
          <a:ln w="12700">
            <a:solidFill>
              <a:srgbClr val="1B35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87968" y="3456432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887968" y="409651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dokümanı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87968" y="4370832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kararın matematiksel gerekçesi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github.com/Furkanahii/foundry-rag-lab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 RAG Lab</dc:title>
  <dc:subject>PptxGenJS Presentation</dc:subject>
  <dc:creator>Mahmut Emre Karaman</dc:creator>
  <cp:lastModifiedBy>Mahmut Emre Karaman</cp:lastModifiedBy>
  <cp:revision>1</cp:revision>
  <dcterms:created xsi:type="dcterms:W3CDTF">2026-08-16T20:27:51Z</dcterms:created>
  <dcterms:modified xsi:type="dcterms:W3CDTF">2026-08-16T20:27:51Z</dcterms:modified>
</cp:coreProperties>
</file>